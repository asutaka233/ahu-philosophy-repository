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b="1"/>
              <a:t>公务员考试中的逻辑学</a:t>
            </a:r>
            <a:endParaRPr lang="zh-CN" altLang="en-US" b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69882" y="4159250"/>
            <a:ext cx="10852237" cy="950984"/>
          </a:xfrm>
        </p:spPr>
        <p:txBody>
          <a:bodyPr/>
          <a:lstStyle/>
          <a:p>
            <a:r>
              <a:rPr lang="zh-CN" altLang="en-US" sz="4000" b="1"/>
              <a:t>第十五讲：练习卷讲评</a:t>
            </a:r>
            <a:endParaRPr lang="zh-CN" altLang="en-US" sz="4000" b="1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真题（川</a:t>
            </a:r>
            <a:r>
              <a:rPr lang="en-US" altLang="zh-CN"/>
              <a:t>2019</a:t>
            </a:r>
            <a:r>
              <a:t>上</a:t>
            </a:r>
            <a:r>
              <a:rPr lang="en-US" altLang="zh-CN"/>
              <a:t>-24</a:t>
            </a:r>
            <a: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96035"/>
            <a:ext cx="10852150" cy="5259070"/>
          </a:xfrm>
        </p:spPr>
        <p:txBody>
          <a:bodyPr/>
          <a:p>
            <a:r>
              <a:rPr lang="zh-CN" altLang="en-US" sz="2400" b="1">
                <a:solidFill>
                  <a:schemeClr val="tx1"/>
                </a:solidFill>
              </a:rPr>
              <a:t>24.胰岛素是由胰岛分泌的一种激素，功能是促进细胞</a:t>
            </a:r>
            <a:r>
              <a:rPr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͟͟͟͟</a:t>
            </a:r>
            <a:r>
              <a:rPr sz="2400" b="1">
                <a:solidFill>
                  <a:schemeClr val="tx1"/>
                </a:solidFill>
                <a:sym typeface="+mn-ea"/>
              </a:rPr>
              <a:t> </a:t>
            </a:r>
            <a:r>
              <a:rPr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͟͟͟͟͟͟͟͟</a:t>
            </a:r>
            <a:r>
              <a:rPr sz="2400" b="1">
                <a:solidFill>
                  <a:schemeClr val="tx1"/>
                </a:solidFill>
                <a:sym typeface="+mn-ea"/>
              </a:rPr>
              <a:t> </a:t>
            </a:r>
            <a:r>
              <a:rPr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͟͟͟͟͟͟͟͟͟</a:t>
            </a:r>
            <a:r>
              <a:rPr sz="2400" b="1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>
                <a:solidFill>
                  <a:schemeClr val="tx1"/>
                </a:solidFill>
              </a:rPr>
              <a:t> 葡萄糖。</a:t>
            </a:r>
            <a:r>
              <a:rPr lang="zh-CN" altLang="en-US" sz="2400" b="1">
                <a:solidFill>
                  <a:srgbClr val="00B050"/>
                </a:solidFill>
              </a:rPr>
              <a:t>如果胰岛细胞受到损害，不能分泌足量胰岛素，那么人体血糖含量就会升高</a:t>
            </a:r>
            <a:r>
              <a:rPr lang="zh-CN" altLang="en-US" sz="2400" b="1">
                <a:solidFill>
                  <a:schemeClr val="tx1"/>
                </a:solidFill>
              </a:rPr>
              <a:t>，多余的会进入尿中，这就是糖尿病。糖尿病是一种对人体危害极大的慢性病，对于糖尿病患者来说，注射胰岛素显然是最    的疗法。</a:t>
            </a:r>
            <a:endParaRPr lang="zh-CN" altLang="en-US" sz="2400" b="1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填入画横线部分最恰当的一项是：</a:t>
            </a:r>
            <a:endParaRPr lang="zh-CN" altLang="en-US" sz="2400" b="1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A.合成    直接         B.消耗      主流  </a:t>
            </a:r>
            <a:endParaRPr lang="zh-CN" altLang="en-US" sz="2400" b="1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C.转化    简单         D.分解      有效</a:t>
            </a:r>
            <a:endParaRPr lang="zh-CN" altLang="en-US" sz="2400" b="1">
              <a:solidFill>
                <a:schemeClr val="tx1"/>
              </a:solidFill>
            </a:endParaRPr>
          </a:p>
          <a:p>
            <a:r>
              <a:rPr lang="zh-CN" altLang="en-US" sz="2400" b="1">
                <a:solidFill>
                  <a:schemeClr val="tx1"/>
                </a:solidFill>
              </a:rPr>
              <a:t>分析：根据绿色字可知</a:t>
            </a:r>
            <a:r>
              <a:rPr sz="2400" b="1">
                <a:solidFill>
                  <a:schemeClr val="tx1"/>
                </a:solidFill>
                <a:sym typeface="+mn-ea"/>
              </a:rPr>
              <a:t>胰岛素有降低葡萄糖的功能，排除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AC</a:t>
            </a:r>
            <a:r>
              <a:rPr sz="2400" b="1">
                <a:solidFill>
                  <a:schemeClr val="tx1"/>
                </a:solidFill>
                <a:sym typeface="+mn-ea"/>
              </a:rPr>
              <a:t>。再次根据绿色字可知注射</a:t>
            </a:r>
            <a:r>
              <a:rPr sz="2400" b="1">
                <a:solidFill>
                  <a:schemeClr val="tx1"/>
                </a:solidFill>
                <a:sym typeface="+mn-ea"/>
              </a:rPr>
              <a:t>胰岛素是降低葡萄糖的有效方法，文段推不出是主流方法。故选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D</a:t>
            </a:r>
            <a:r>
              <a:rPr sz="2400" b="1">
                <a:solidFill>
                  <a:schemeClr val="tx1"/>
                </a:solidFill>
                <a:sym typeface="+mn-ea"/>
              </a:rPr>
              <a:t>。</a:t>
            </a:r>
            <a:endParaRPr sz="2400" b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WPS 演示</Application>
  <PresentationFormat>宽屏</PresentationFormat>
  <Paragraphs>12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Times New Roman</vt:lpstr>
      <vt:lpstr>Office 主题​​</vt:lpstr>
      <vt:lpstr>公务员考试中的逻辑学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42</cp:revision>
  <dcterms:created xsi:type="dcterms:W3CDTF">2019-06-19T02:08:00Z</dcterms:created>
  <dcterms:modified xsi:type="dcterms:W3CDTF">2020-02-17T03:23:24Z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